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38"/>
            <a:ext cx="12192000" cy="68596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38"/>
            <a:ext cx="12192000" cy="6859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38"/>
            <a:ext cx="12192000" cy="68596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38"/>
            <a:ext cx="12192000" cy="6859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38"/>
            <a:ext cx="12192000" cy="6859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38"/>
            <a:ext cx="12192000" cy="68596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38"/>
            <a:ext cx="12192000" cy="68596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38"/>
            <a:ext cx="12192000" cy="68596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38"/>
            <a:ext cx="12192000" cy="68596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38"/>
            <a:ext cx="12192000" cy="68596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38"/>
            <a:ext cx="12192000" cy="68596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38"/>
            <a:ext cx="12192000" cy="68596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38"/>
            <a:ext cx="12192000" cy="68596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38"/>
            <a:ext cx="12192000" cy="68596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38"/>
            <a:ext cx="12192000" cy="68596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38"/>
            <a:ext cx="12192000" cy="68596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38"/>
            <a:ext cx="12192000" cy="68596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8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38"/>
            <a:ext cx="12192000" cy="68596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知迹 — 会整理、会出题的学习 Agent</dc:title>
  <dc:subject>全国大学生数字媒体科技作品及创意竞赛 · 赛道十三 · 智慧教育</dc:subject>
  <dc:creator>知迹</dc:creator>
  <cp:keywords>数字媒体科技作品及创意竞赛;智慧教育;学习 Agent;LangGraph</cp:keywords>
  <dc:description/>
  <cp:lastModifiedBy>知迹</cp:lastModifiedBy>
  <cp:revision>1</cp:revision>
  <dcterms:created xsi:type="dcterms:W3CDTF">2026-10-23T14:40:00Z</dcterms:created>
  <dcterms:modified xsi:type="dcterms:W3CDTF">2026-10-23T14:40:00Z</dcterms:modified>
  <cp:category>竞赛答辩</cp:category>
</cp:coreProperties>
</file>